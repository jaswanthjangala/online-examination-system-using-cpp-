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3.xml"/>
  <Override ContentType="application/vnd.openxmlformats-officedocument.theme+xml" PartName="/ppt/theme/theme1.xml"/>
  <Override ContentType="application/vnd.openxmlformats-officedocument.presentationml.viewProps+xml" PartName="/ppt/viewProps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3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3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3.xml"/><Relationship Id="rId3" Type="http://schemas.openxmlformats.org/officeDocument/2006/relationships/presProps" Target="presProps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/>
          <p:nvPr/>
        </p:nvSpPr>
        <p:spPr>
          <a:xfrm>
            <a:off x="0" y="0"/>
            <a:ext cx="18301810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A237E"/>
          </a:solidFill>
          <a:ln>
            <a:noFill/>
          </a:ln>
        </p:spPr>
      </p:sp>
      <p:sp>
        <p:nvSpPr>
          <p:cNvPr id="67" name="Google Shape;67;p1"/>
          <p:cNvSpPr txBox="1"/>
          <p:nvPr/>
        </p:nvSpPr>
        <p:spPr>
          <a:xfrm>
            <a:off x="777773" y="3305947"/>
            <a:ext cx="16746300" cy="21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6"/>
              <a:buFont typeface="Calibri"/>
              <a:buNone/>
            </a:pPr>
            <a:r>
              <a:rPr b="1" i="0" lang="en-US" sz="810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Examination System in C++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513007" y="4835366"/>
            <a:ext cx="1674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2"/>
              <a:buFont typeface="Calibri"/>
              <a:buNone/>
            </a:pPr>
            <a:r>
              <a:rPr b="1" i="0" lang="en-US" sz="3602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5876292" y="5762613"/>
            <a:ext cx="2188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2"/>
              <a:buFont typeface="Calibri"/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A25126510025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5876292" y="6356750"/>
            <a:ext cx="2188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2"/>
              <a:buFont typeface="Calibri"/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A25126510018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5876292" y="7918850"/>
            <a:ext cx="2188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2"/>
              <a:buFont typeface="Calibri"/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A25126510021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5876292" y="7137800"/>
            <a:ext cx="21888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2"/>
              <a:buFont typeface="Calibri"/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A25126510011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9150928" y="5762627"/>
            <a:ext cx="36333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2"/>
              <a:buFont typeface="Calibri"/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K.SREE HARSHA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9099079" y="6356750"/>
            <a:ext cx="32067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2"/>
              <a:buFont typeface="Calibri"/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J.V.S JASWANTH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9368622" y="7137800"/>
            <a:ext cx="26550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2"/>
              <a:buFont typeface="Calibri"/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G.C.K.ADHITYA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9688599" y="7918850"/>
            <a:ext cx="2334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2"/>
              <a:buFont typeface="Calibri"/>
              <a:buNone/>
            </a:pPr>
            <a:r>
              <a:rPr b="0" i="0" lang="en-US" sz="27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K.LOHITH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/>
        </p:nvSpPr>
        <p:spPr>
          <a:xfrm>
            <a:off x="1405575" y="590250"/>
            <a:ext cx="143478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1405565" y="3193183"/>
            <a:ext cx="15477000" cy="54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Traditional examination systems are mostly paper-based and require manual effort for conducting exams, evaluating answer sheets, and maintaining records. This process is time-consuming, prone to human errors, and inefficient when handling a large number of students.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also a lack of instant result generation, secure data management, and proper time monitoring during exams. Managing question papers and maintaining confidentiality is another major challenge.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Hence, there is a need for a computerized system that can automate the entire examination process, ensure accuracy, reduce manual workload, and provide quick and reliable results.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3565340" y="837841"/>
            <a:ext cx="107529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3565280" y="3572484"/>
            <a:ext cx="10752900" cy="4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automate the examination process</a:t>
            </a:r>
            <a:endParaRPr/>
          </a:p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reduce manual evaluation</a:t>
            </a:r>
            <a:endParaRPr/>
          </a:p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generate quick results</a:t>
            </a:r>
            <a:endParaRPr/>
          </a:p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ensure secure login</a:t>
            </a:r>
            <a:endParaRPr/>
          </a:p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manage question data efficiently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6333" y="2168823"/>
            <a:ext cx="205902" cy="205902"/>
            <a:chOff x="0" y="0"/>
            <a:chExt cx="274536" cy="274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9577" y="2047580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Console-based Online Examination System with timer functionality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6333" y="3404225"/>
            <a:ext cx="205902" cy="205902"/>
            <a:chOff x="0" y="0"/>
            <a:chExt cx="274536" cy="274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9577" y="3282982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Two user roles: Admin (creates questions) and Student (takes exam)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6333" y="4639637"/>
            <a:ext cx="205902" cy="205902"/>
            <a:chOff x="0" y="0"/>
            <a:chExt cx="274536" cy="274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89577" y="4518393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Questions stored in questions.txt for persistent storage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6333" y="5875039"/>
            <a:ext cx="205902" cy="205902"/>
            <a:chOff x="0" y="0"/>
            <a:chExt cx="274536" cy="274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89577" y="5753795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Per-question timer enforces time limits automatically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6333" y="7110441"/>
            <a:ext cx="205902" cy="205902"/>
            <a:chOff x="0" y="0"/>
            <a:chExt cx="274536" cy="2745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89577" y="6989197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Automatic scoring with correct/wrong answer feedback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6333" y="8345853"/>
            <a:ext cx="205902" cy="205902"/>
            <a:chOff x="0" y="0"/>
            <a:chExt cx="274536" cy="2745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89577" y="8224609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Built using Object-Oriented Programming (OOP) principles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Header Files &amp; Namespaces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92735" y="1765411"/>
            <a:ext cx="8548697" cy="7999628"/>
            <a:chOff x="0" y="0"/>
            <a:chExt cx="11398263" cy="106661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3244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D47A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509" y="2350684"/>
            <a:ext cx="8053159" cy="72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#include&lt;iostream&gt;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#include&lt;fstream&gt;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#include&lt;vector&gt;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#include&lt;string&gt;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#include&lt;ctime&gt;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15107" y="1765411"/>
            <a:ext cx="8548697" cy="7999628"/>
            <a:chOff x="0" y="0"/>
            <a:chExt cx="11398263" cy="106661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25616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D47A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00146" y="2331634"/>
            <a:ext cx="7915885" cy="72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&lt;iostream&gt; – Console I/O (cin, cout)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&lt;fstream&gt; – File operations (read/write questions)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&lt;vector&gt; – Dynamic array to store questions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&lt;string&gt; – String data type for text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&lt;ctime&gt; – Time functions (time_t, time(0))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using namespace std; avoids 'std::' prefix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E65C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Class: user – Login System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92735" y="1765411"/>
            <a:ext cx="8548697" cy="7999628"/>
            <a:chOff x="0" y="0"/>
            <a:chExt cx="11398263" cy="106661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FF3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F6C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3244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EF6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509" y="2350684"/>
            <a:ext cx="8053159" cy="72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class user{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int adminlogin(){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string u,p;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cin&gt;&gt;u; cin&gt;&gt;p;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if(u=="admin" &amp;&amp; p=="admin123")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  return 1;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cout&lt;&lt;"invalid"; return 0; }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int stulogin(){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string u,p;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cin&gt;&gt;u; cin&gt;&gt;p;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if(u=="student" &amp;&amp; p=="stu123")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  return 1;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  cout&lt;&lt;"invalid"; return 0; }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15107" y="1765411"/>
            <a:ext cx="8548697" cy="7999628"/>
            <a:chOff x="0" y="0"/>
            <a:chExt cx="11398263" cy="106661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F6C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25616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EF6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00146" y="2331634"/>
            <a:ext cx="7915885" cy="72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Two methods: adminlogin() and stulogin()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Hardcoded credentials for simplicity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Admin: 'admin' / 'admin123'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Student: 'student' / 'stu123'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Returns 1 (success) or 0 (failure)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In real apps, use hashed passwords &amp; DB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Return value controls access in main()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 1: Invalid Student Login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1804" y="1784471"/>
            <a:ext cx="8510568" cy="14958209"/>
            <a:chOff x="0" y="0"/>
            <a:chExt cx="11347425" cy="19944279"/>
          </a:xfrm>
        </p:grpSpPr>
        <p:sp>
          <p:nvSpPr>
            <p:cNvPr name="Freeform 6" id="6" descr="1000141383.jpg"/>
            <p:cNvSpPr/>
            <p:nvPr/>
          </p:nvSpPr>
          <p:spPr>
            <a:xfrm flipH="false" flipV="false" rot="0">
              <a:off x="0" y="0"/>
              <a:ext cx="11347450" cy="19944269"/>
            </a:xfrm>
            <a:custGeom>
              <a:avLst/>
              <a:gdLst/>
              <a:ahLst/>
              <a:cxnLst/>
              <a:rect r="r" b="b" t="t" l="l"/>
              <a:pathLst>
                <a:path h="19944269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9944269"/>
                  </a:lnTo>
                  <a:lnTo>
                    <a:pt x="0" y="19944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17" r="0" b="-1321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15107" y="1765411"/>
            <a:ext cx="8548697" cy="7999628"/>
            <a:chOff x="0" y="0"/>
            <a:chExt cx="11398263" cy="10666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25616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B71C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0146" y="2331634"/>
            <a:ext cx="7915885" cy="72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User selects option 2 (Student)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Enters username: student (correct)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Enters password: 1234 (WRONG!)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Correct password is 'stu123'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Program outputs: 'invalid login'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stulogin() returns 0, so exam does NOT start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Program exits with code 0 (normal termination)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00695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 2: Admin Creating Questions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5854" y="1509941"/>
            <a:ext cx="8510568" cy="11223723"/>
            <a:chOff x="0" y="0"/>
            <a:chExt cx="11347425" cy="14964964"/>
          </a:xfrm>
        </p:grpSpPr>
        <p:sp>
          <p:nvSpPr>
            <p:cNvPr name="Freeform 6" id="6" descr="1000141384.jpg"/>
            <p:cNvSpPr/>
            <p:nvPr/>
          </p:nvSpPr>
          <p:spPr>
            <a:xfrm flipH="false" flipV="false" rot="0">
              <a:off x="0" y="0"/>
              <a:ext cx="11347450" cy="14964956"/>
            </a:xfrm>
            <a:custGeom>
              <a:avLst/>
              <a:gdLst/>
              <a:ahLst/>
              <a:cxnLst/>
              <a:rect r="r" b="b" t="t" l="l"/>
              <a:pathLst>
                <a:path h="14964956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4964956"/>
                  </a:lnTo>
                  <a:lnTo>
                    <a:pt x="0" y="14964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308" r="-5094" b="-3777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15107" y="1765411"/>
            <a:ext cx="8548697" cy="7999628"/>
            <a:chOff x="0" y="0"/>
            <a:chExt cx="11398263" cy="10666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695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25616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06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0146" y="2331634"/>
            <a:ext cx="7915885" cy="72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User selects option 1 (Admin)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Login: admin / admin123 → SUCCESS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Admin enters: 2 questions, 10 sec each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 1: sum of 2+2, correct ans: 1 (option 4)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 2: Delhi, correct ans: 2 (INDIA)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Data saved to questions.txt (see top panel)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File format: time + 6 lines per question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Confirmation: 'question saved' displayed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4A148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Classes: que &amp; exam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92735" y="1765411"/>
            <a:ext cx="8548697" cy="7999628"/>
            <a:chOff x="0" y="0"/>
            <a:chExt cx="11398263" cy="106661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3E5F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3244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6A1B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509" y="2350684"/>
            <a:ext cx="8053159" cy="72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class que{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string q,o1,o2,o3,o4,corr;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void displayque(){...}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class exam{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vector&lt;que&gt; questions;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int timeque;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void addquestion(){...}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void loadquestions(){...}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  void startexam(){...}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15107" y="1765411"/>
            <a:ext cx="8548697" cy="7999628"/>
            <a:chOff x="0" y="0"/>
            <a:chExt cx="11398263" cy="106661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25616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6A1B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00146" y="2331634"/>
            <a:ext cx="7915885" cy="72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que: stores Q text, 4 options, correct ans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displayque() prints formatted question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exam: contains vector&lt;que&gt; (all questions)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timeque: seconds allowed per question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addquestion(): Admin input + file write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loadquestions(): Read from questions.txt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startexam(): Run timed test with scoring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 3: Student Taking the Exam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1804" y="1784471"/>
            <a:ext cx="8510568" cy="9081884"/>
            <a:chOff x="0" y="0"/>
            <a:chExt cx="11347425" cy="12109179"/>
          </a:xfrm>
        </p:grpSpPr>
        <p:sp>
          <p:nvSpPr>
            <p:cNvPr name="Freeform 6" id="6" descr="1000141385.jpg"/>
            <p:cNvSpPr/>
            <p:nvPr/>
          </p:nvSpPr>
          <p:spPr>
            <a:xfrm flipH="false" flipV="false" rot="0">
              <a:off x="0" y="0"/>
              <a:ext cx="11347450" cy="12109173"/>
            </a:xfrm>
            <a:custGeom>
              <a:avLst/>
              <a:gdLst/>
              <a:ahLst/>
              <a:cxnLst/>
              <a:rect r="r" b="b" t="t" l="l"/>
              <a:pathLst>
                <a:path h="12109173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2109173"/>
                  </a:lnTo>
                  <a:lnTo>
                    <a:pt x="0" y="12109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4121" r="0" b="-5412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15107" y="1765411"/>
            <a:ext cx="8548697" cy="7999628"/>
            <a:chOff x="0" y="0"/>
            <a:chExt cx="11398263" cy="10666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25616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0146" y="2331634"/>
            <a:ext cx="7915885" cy="72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login: student / stu123 → SUCCESS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Time per question displayed: 10 seconds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Q1: sum of 2+2, student answers '2' (option 5)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Time expired! → 'Time's up! Answer not counted.'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Q2: Delhi, student answers '1' (USA)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Time left: 3 seconds (answered in time)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Wrong! Correct answer: 2 (INDIA)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Final Score: 0/2 (0 correct out of 2)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 4: Invalid Admin Login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1804" y="1784471"/>
            <a:ext cx="8510568" cy="14409022"/>
            <a:chOff x="0" y="0"/>
            <a:chExt cx="11347425" cy="19212029"/>
          </a:xfrm>
        </p:grpSpPr>
        <p:sp>
          <p:nvSpPr>
            <p:cNvPr name="Freeform 6" id="6" descr="1000141386.jpg"/>
            <p:cNvSpPr/>
            <p:nvPr/>
          </p:nvSpPr>
          <p:spPr>
            <a:xfrm flipH="false" flipV="false" rot="0">
              <a:off x="0" y="0"/>
              <a:ext cx="11347450" cy="19212020"/>
            </a:xfrm>
            <a:custGeom>
              <a:avLst/>
              <a:gdLst/>
              <a:ahLst/>
              <a:cxnLst/>
              <a:rect r="r" b="b" t="t" l="l"/>
              <a:pathLst>
                <a:path h="19212020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9212020"/>
                  </a:lnTo>
                  <a:lnTo>
                    <a:pt x="0" y="19212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627" r="0" b="-1562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15107" y="1765411"/>
            <a:ext cx="8548697" cy="7999628"/>
            <a:chOff x="0" y="0"/>
            <a:chExt cx="11398263" cy="10666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1347450" cy="10615295"/>
            </a:xfrm>
            <a:custGeom>
              <a:avLst/>
              <a:gdLst/>
              <a:ahLst/>
              <a:cxnLst/>
              <a:rect r="r" b="b" t="t" l="l"/>
              <a:pathLst>
                <a:path h="1061529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0615295"/>
                  </a:lnTo>
                  <a:lnTo>
                    <a:pt x="0" y="1061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98250" cy="10666095"/>
            </a:xfrm>
            <a:custGeom>
              <a:avLst/>
              <a:gdLst/>
              <a:ahLst/>
              <a:cxnLst/>
              <a:rect r="r" b="b" t="t" l="l"/>
              <a:pathLst>
                <a:path h="10666095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10640695"/>
                  </a:lnTo>
                  <a:cubicBezTo>
                    <a:pt x="11398250" y="10654792"/>
                    <a:pt x="11386820" y="10666095"/>
                    <a:pt x="11372850" y="10666095"/>
                  </a:cubicBezTo>
                  <a:lnTo>
                    <a:pt x="25400" y="10666095"/>
                  </a:lnTo>
                  <a:cubicBezTo>
                    <a:pt x="11303" y="10666095"/>
                    <a:pt x="0" y="10654664"/>
                    <a:pt x="0" y="1064069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640695"/>
                  </a:lnTo>
                  <a:lnTo>
                    <a:pt x="25400" y="10640695"/>
                  </a:lnTo>
                  <a:lnTo>
                    <a:pt x="25400" y="10615295"/>
                  </a:lnTo>
                  <a:lnTo>
                    <a:pt x="11372850" y="10615295"/>
                  </a:lnTo>
                  <a:lnTo>
                    <a:pt x="11372850" y="10640695"/>
                  </a:lnTo>
                  <a:lnTo>
                    <a:pt x="11347450" y="10640695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25616" y="1860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B71C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0146" y="2331634"/>
            <a:ext cx="7915885" cy="72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User selects option 1 (Admin)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Enters username: student (WRONG!)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Enters password: admin123 (correct password)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BUT username must be 'admin'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Program outputs: 'invalid login'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adminlogin() returns 0, so addquestion() NOT called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Both username AND password must match exactly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Program exits normally (exit code 0)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File Format: questions.txt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6333" y="2168823"/>
            <a:ext cx="205902" cy="205902"/>
            <a:chOff x="0" y="0"/>
            <a:chExt cx="274536" cy="274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9577" y="2047580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Line 1: timeque (seconds per question, e.g., 10)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6333" y="3404225"/>
            <a:ext cx="205902" cy="205902"/>
            <a:chOff x="0" y="0"/>
            <a:chExt cx="274536" cy="274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9577" y="3282982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Then for EACH question (6 lines):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6333" y="4639637"/>
            <a:ext cx="205902" cy="205902"/>
            <a:chOff x="0" y="0"/>
            <a:chExt cx="274536" cy="274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89577" y="4518393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 Line 1: Question text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6333" y="5875039"/>
            <a:ext cx="205902" cy="205902"/>
            <a:chOff x="0" y="0"/>
            <a:chExt cx="274536" cy="274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89577" y="5753795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 Line 2: Option 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6333" y="7110441"/>
            <a:ext cx="205902" cy="205902"/>
            <a:chOff x="0" y="0"/>
            <a:chExt cx="274536" cy="2745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89577" y="6989197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 Line 3: Option 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6333" y="8345853"/>
            <a:ext cx="205902" cy="205902"/>
            <a:chOff x="0" y="0"/>
            <a:chExt cx="274536" cy="2745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89577" y="8224609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 Line 4: Option 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86333" y="9581255"/>
            <a:ext cx="205902" cy="205902"/>
            <a:chOff x="0" y="0"/>
            <a:chExt cx="274536" cy="2745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89577" y="9460011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 Line 5: Option 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6333" y="10816657"/>
            <a:ext cx="205902" cy="205902"/>
            <a:chOff x="0" y="0"/>
            <a:chExt cx="274536" cy="2745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89577" y="10695413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 Line 6: Correct answer (1/2/3/4)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509941"/>
            <a:chOff x="0" y="0"/>
            <a:chExt cx="24402453" cy="2013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165897"/>
            <a:ext cx="16975522" cy="109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OOP Concepts &amp; Key Features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86333" y="2168823"/>
            <a:ext cx="205902" cy="205902"/>
            <a:chOff x="0" y="0"/>
            <a:chExt cx="274536" cy="274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9577" y="2047580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Encapsulation: Data bundled with methods in classes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6333" y="3404225"/>
            <a:ext cx="205902" cy="205902"/>
            <a:chOff x="0" y="0"/>
            <a:chExt cx="274536" cy="274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9577" y="3282982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File I/O: Persistent storage using fstream library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6333" y="4639637"/>
            <a:ext cx="205902" cy="205902"/>
            <a:chOff x="0" y="0"/>
            <a:chExt cx="274536" cy="274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89577" y="4518393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Arrays: vector&lt;que&gt; for flexible question count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6333" y="5875039"/>
            <a:ext cx="205902" cy="205902"/>
            <a:chOff x="0" y="0"/>
            <a:chExt cx="274536" cy="274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89577" y="5753795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Timer: time_t and time(0) for per-question limits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6333" y="7110441"/>
            <a:ext cx="205902" cy="205902"/>
            <a:chOff x="0" y="0"/>
            <a:chExt cx="274536" cy="2745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89577" y="6989197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Authentication: Basic login with hardcoded credentials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6333" y="8345853"/>
            <a:ext cx="205902" cy="205902"/>
            <a:chOff x="0" y="0"/>
            <a:chExt cx="274536" cy="2745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89577" y="8224609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Automatic Scoring: Compare answers and track score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86333" y="9581255"/>
            <a:ext cx="205902" cy="205902"/>
            <a:chOff x="0" y="0"/>
            <a:chExt cx="274536" cy="2745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89577" y="9460011"/>
            <a:ext cx="15602855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Modular Design: Separate classes for timer, user, que, exam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/>
        </p:nvSpPr>
        <p:spPr>
          <a:xfrm>
            <a:off x="1028700" y="3648584"/>
            <a:ext cx="16230600" cy="4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95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Online Examination System was successfully implemented using C++. The system allows admins to create and store questions, and students to attend exams with a timer. Answers are evaluated automatically, and results are displayed instantly. The system reduces manual work and ensures accuracy. Testing shows that it works efficiently for conducting exams in a simple and reliable way.</a:t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1212450" y="1501100"/>
            <a:ext cx="165618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AND </a:t>
            </a:r>
            <a:r>
              <a:rPr b="1" lang="en-US" sz="9200"/>
              <a:t>DISSCUSIONS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6362" y="1501098"/>
            <a:ext cx="791527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287063"/>
            <a:ext cx="16230600" cy="385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49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successfully automates the examination process and reduces manual effort. It provides quick and accurate results with a user-friendly interface. The system demonstrates effective use of C++ concepts and can be further improved with advanced features like GUI and database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